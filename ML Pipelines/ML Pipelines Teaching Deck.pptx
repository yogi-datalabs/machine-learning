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251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8B451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C9A17A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Reusable, Leak-Free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Model-Building Workflow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Prediction   -   Data Leakage, Hyperparameter Tuning, and Column Transformers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727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 -  what it is, and why we split before anything else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225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Tuning a Decision Tree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502920" cy="50292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723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Grid Search vs. Random Search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221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and Column Transformer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553712"/>
            <a:ext cx="502920" cy="50292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72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Walkthrough  -  verified results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321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leakage, and why does the order of splitting vs. preprocessing matter?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hyperparameter tuning, and what are the different approaches to it?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Pipelines and ColumnTransformer standardize the model-building process?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two preprocessing approaches that encode the same information still produce a different model?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Hyperparameter Tuning?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are the settings that govern the training process itself (e.g. max_depth, min_samples_leaf), set before learning begins, not learned from data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significant effect on a model's performance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is the process of searching for the values that work best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good hyperparameters can reduce both overfitting and underfitting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80960" y="1554480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F2EE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17830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</a:rPr>
              <a:t>Example from this case study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3 to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min_samples_leaf: 5, 10, 20, 30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Common Search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8B4513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Exhaustively tries every combination in the grid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best combination within the grid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fast as the grid gets larger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search space is small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64592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5603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 fixed number (n_iter) of combinations at random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cheaper on large search spaces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of finding the single best combination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search space is large or time is limited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every combination in the search space, in sequence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best combination based on the score obtained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grey grid represents all possible hyperparameter values; each dot is one combination tried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600200"/>
            <a:ext cx="4480560" cy="274320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10312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321040" y="210312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89720" y="210312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058400" y="210312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27080" y="2103120"/>
            <a:ext cx="0" cy="86868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10058400" y="297180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9189720" y="297180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8321040" y="297180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7452360" y="297180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2971800"/>
            <a:ext cx="0" cy="86868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384048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384048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384048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8400" y="3840480"/>
            <a:ext cx="8686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51192" y="190195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190195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1" name="Shape 19"/>
          <p:cNvSpPr/>
          <p:nvPr/>
        </p:nvSpPr>
        <p:spPr>
          <a:xfrm>
            <a:off x="8988552" y="190195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2" name="Shape 20"/>
          <p:cNvSpPr/>
          <p:nvPr/>
        </p:nvSpPr>
        <p:spPr>
          <a:xfrm>
            <a:off x="9857232" y="190195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25912" y="190195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4" name="Shape 22"/>
          <p:cNvSpPr/>
          <p:nvPr/>
        </p:nvSpPr>
        <p:spPr>
          <a:xfrm>
            <a:off x="7251192" y="277063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5" name="Shape 23"/>
          <p:cNvSpPr/>
          <p:nvPr/>
        </p:nvSpPr>
        <p:spPr>
          <a:xfrm>
            <a:off x="8119872" y="277063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6" name="Shape 24"/>
          <p:cNvSpPr/>
          <p:nvPr/>
        </p:nvSpPr>
        <p:spPr>
          <a:xfrm>
            <a:off x="8988552" y="277063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7" name="Shape 25"/>
          <p:cNvSpPr/>
          <p:nvPr/>
        </p:nvSpPr>
        <p:spPr>
          <a:xfrm>
            <a:off x="9857232" y="277063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25912" y="277063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9" name="Shape 27"/>
          <p:cNvSpPr/>
          <p:nvPr/>
        </p:nvSpPr>
        <p:spPr>
          <a:xfrm>
            <a:off x="7251192" y="363931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0" name="Shape 28"/>
          <p:cNvSpPr/>
          <p:nvPr/>
        </p:nvSpPr>
        <p:spPr>
          <a:xfrm>
            <a:off x="8119872" y="363931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1" name="Shape 29"/>
          <p:cNvSpPr/>
          <p:nvPr/>
        </p:nvSpPr>
        <p:spPr>
          <a:xfrm>
            <a:off x="8988552" y="363931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2" name="Shape 30"/>
          <p:cNvSpPr/>
          <p:nvPr/>
        </p:nvSpPr>
        <p:spPr>
          <a:xfrm>
            <a:off x="9857232" y="363931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25912" y="3639312"/>
            <a:ext cx="402336" cy="402336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754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C9A17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4754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work well on large search spaces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80760" y="4754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09360" y="4754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 combination in the grid  -  but at high computational cost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n_iter combinations at random, not sequentially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can be passed instead of just a fixed list of values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n_iter of the full search space is ever actually checked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600200"/>
            <a:ext cx="4480560" cy="274320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452360" y="2103120"/>
            <a:ext cx="868680" cy="86868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8321040" y="2103120"/>
            <a:ext cx="1737360" cy="173736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7452360" y="2103120"/>
            <a:ext cx="1737360" cy="86868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89720" y="2971800"/>
            <a:ext cx="868680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27080" y="2971800"/>
            <a:ext cx="0" cy="86868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7452360" y="2971800"/>
            <a:ext cx="868680" cy="86868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8321040" y="3840480"/>
            <a:ext cx="1737360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51192" y="190195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3" name="Shape 11"/>
          <p:cNvSpPr/>
          <p:nvPr/>
        </p:nvSpPr>
        <p:spPr>
          <a:xfrm>
            <a:off x="8119872" y="190195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8552" y="190195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Shape 13"/>
          <p:cNvSpPr/>
          <p:nvPr/>
        </p:nvSpPr>
        <p:spPr>
          <a:xfrm>
            <a:off x="9857232" y="190195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25912" y="190195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1192" y="277063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9872" y="277063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9" name="Shape 17"/>
          <p:cNvSpPr/>
          <p:nvPr/>
        </p:nvSpPr>
        <p:spPr>
          <a:xfrm>
            <a:off x="8988552" y="277063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Shape 18"/>
          <p:cNvSpPr/>
          <p:nvPr/>
        </p:nvSpPr>
        <p:spPr>
          <a:xfrm>
            <a:off x="9857232" y="277063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25912" y="277063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1192" y="363931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3" name="Shape 21"/>
          <p:cNvSpPr/>
          <p:nvPr/>
        </p:nvSpPr>
        <p:spPr>
          <a:xfrm>
            <a:off x="8119872" y="363931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Shape 22"/>
          <p:cNvSpPr/>
          <p:nvPr/>
        </p:nvSpPr>
        <p:spPr>
          <a:xfrm>
            <a:off x="8988552" y="363931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5" name="Shape 23"/>
          <p:cNvSpPr/>
          <p:nvPr/>
        </p:nvSpPr>
        <p:spPr>
          <a:xfrm>
            <a:off x="9857232" y="363931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25912" y="3639312"/>
            <a:ext cx="402336" cy="40233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754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C9A1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754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large search spaces, and is much cheaper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0760" y="4754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4754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guarantee finding the single best combination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Tuning a Decision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over max_depth (3-7) and min_samples_leaf (5, 10, 20, 30), scored by recall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943600" cy="164592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4754880" cy="4023360"/>
          </a:xfrm>
          <a:prstGeom prst="roundRect">
            <a:avLst>
              <a:gd name="adj" fmla="val 2727"/>
            </a:avLst>
          </a:prstGeom>
          <a:solidFill>
            <a:srgbClr val="F2EE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4513"/>
                </a:solidFill>
              </a:rPr>
              <a:t>Honest finding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Tuning shrinks the train-validation gap (a more trustworthy, less overfit model) but at a real recall cost, not a pure win.
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Test recall (tuned): 78.4%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Close to validation  -  confirms it isn't a lucky split.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If catching defaulters is the priority, this trade-off is worth revisiting  -  e.g. by tuning the classification threshold, not just the tree's hyperparameters.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tree is still the one carried forward for deployment.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Pipelines?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tie together several preprocessing steps to prepare data for modeling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paramount that these transformation stages are standardized, applied the same way every time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risk: any statistic learned from data (a median, a mode) must be fit on the training split only, and applied unchanged elsewhere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sequentially applies a list of transformations and fits an estimator at the end, as one object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9748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9748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360420"/>
            <a:ext cx="411480" cy="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stats)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6948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1832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Estimator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4892040" y="2034540"/>
            <a:ext cx="228600" cy="25146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2034540"/>
            <a:ext cx="411480" cy="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2034540"/>
            <a:ext cx="411480" cy="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12064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42062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C9A1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20640" y="4206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stats)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42062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C9A1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69480" y="4206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18320" y="42062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C9A1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0" y="4206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566160"/>
            <a:ext cx="228600" cy="64008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58000" y="4549140"/>
            <a:ext cx="411480" cy="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06840" y="4549140"/>
            <a:ext cx="411480" cy="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12064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has to be remembered and repeated correctly, twice, by hand.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0" y="14630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480560" y="1463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24231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80560" y="2423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3246120"/>
            <a:ext cx="2926080" cy="2148840"/>
          </a:xfrm>
          <a:prstGeom prst="rect">
            <a:avLst/>
          </a:prstGeom>
          <a:solidFill>
            <a:srgbClr val="F2EEE6"/>
          </a:solidFill>
          <a:ln w="19050">
            <a:solidFill>
              <a:srgbClr val="C9A17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2062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4434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4434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Algorithm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148840"/>
            <a:ext cx="0" cy="27432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3108960"/>
            <a:ext cx="0" cy="50292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0" y="4297680"/>
            <a:ext cx="0" cy="13716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54864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5486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/ Predict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5120640"/>
            <a:ext cx="0" cy="36576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21945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C9A1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2194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except the last need fit() and transform(). The last step has fit() and predict().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33832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F4E7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step's transformed output becomes the next step's input, one .fit() / .predict() call runs the whole chain.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Transformer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Pipeline's steps normally apply to every column  -  but numeric and categorical columns need different treatment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routes different columns to different transformers, and concatenates the results into one feature space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heterogeneous, columnar data  -  exactly what a real customer dataset looks like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846320" y="33375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8B451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4632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45262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4526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Impute (median)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45262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4526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Impute + One-Hot Encode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2651760" y="4023360"/>
            <a:ext cx="2560320" cy="50292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60720" y="4023360"/>
            <a:ext cx="3749040" cy="50292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55321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C9A1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5532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hyperparameters)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14600" y="5120640"/>
            <a:ext cx="2880360" cy="41148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6126480" y="5120640"/>
            <a:ext cx="3520440" cy="41148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Pipeline: An Exact Match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packaged Pipeline is fit and evaluated on the identical train/test rows used to build and tune the selected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8B451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4612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8B451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4108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Identical, to the last decimal, in both the manually-built model and the packaged Pipeline.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2EEE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7091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</a:rPr>
              <a:t>What it took to get there: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one transformer per column, in the dataset's original order, and missing categories mapped to the same reference category one-hot encoding drops  -  without this, DecisionTreeClassifier's tie-breaking by column index flipped 3 of 1000 predictions, even though the encoded information was equivalent.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fitting anything that learns from data  -  not just the model, imputers and encoders too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is exhaustive and reliable on small spaces; Random Search scales to large ones without a guarantee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can trade raw performance for consistency  -  report that trade-off honestly, don't assume tuning always wins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bundles every preprocessing step and the model into one object  -  removing a whole category of leakage and "forgot a step" mistakes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lets different column types get different treatment inside that same single object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preprocessing isn't automatically identical  -  verify a packaged pipeline reproduces the selected model's numbers, don't assume it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|  Credit Default Prediction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2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8B451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C9A17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  -   Credit Default Prediction Case Study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2026-08-31T18:11:29Z</dcterms:created>
  <dcterms:modified xsi:type="dcterms:W3CDTF">2026-08-31T18:11:29Z</dcterms:modified>
</cp:coreProperties>
</file>